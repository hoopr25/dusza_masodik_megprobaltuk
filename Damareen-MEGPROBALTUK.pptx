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 /><Relationship Id="rId13" Type="http://schemas.openxmlformats.org/officeDocument/2006/relationships/tableStyles" Target="tableStyles.xml" /><Relationship Id="rId1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781280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771805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72405693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966169402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6478453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75950866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5595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1487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09860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522E637-DDE5-F68B-BE5A-9FAD27999AB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40747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084361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24051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A7AEDD-2607-F668-D14F-8D6D664C936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8453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055413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837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53AC74-33C7-0B7D-491D-A3E1CD882BE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68410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294305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552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AFA12C-F677-7BF3-FA33-E59D2659F93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415A593-09D9-1481-DC88-4B40AF24AEA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08418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337701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066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53C180-FF2D-64B4-0476-B0FEA942FC1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9363686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30174174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60730754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91692601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817369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218507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5707555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2086539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0395232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49677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095458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7709089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3456938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38971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2851954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38170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51276684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2824936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2095448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5859575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2737851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8702654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1959085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4543543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168381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49520209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09762907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68094837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85050958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1585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02324655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47751703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79309952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082730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37896652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0074964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0963608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66119140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9345736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8248447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3757040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4312352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5408792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99796210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204346362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4358521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4215041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7087312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564427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82594717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8401110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185838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246026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2036076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91092858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589457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8280975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2171639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rgbClr val="09090B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600512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6094186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13362308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6299151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9729496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Relationship Id="rId8" Type="http://schemas.openxmlformats.org/officeDocument/2006/relationships/image" Target="../media/media1.svg"/><Relationship Id="rId9" Type="http://schemas.openxmlformats.org/officeDocument/2006/relationships/image" Target="../media/image29.png"/><Relationship Id="rId10" Type="http://schemas.openxmlformats.org/officeDocument/2006/relationships/image" Target="../media/image30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213769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328409" y="245482"/>
            <a:ext cx="7535181" cy="2222357"/>
          </a:xfrm>
          <a:prstGeom prst="rect">
            <a:avLst/>
          </a:prstGeom>
        </p:spPr>
      </p:pic>
      <p:pic>
        <p:nvPicPr>
          <p:cNvPr id="44152440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4216090" y="3219449"/>
            <a:ext cx="3759818" cy="631419"/>
          </a:xfrm>
          <a:prstGeom prst="rect">
            <a:avLst/>
          </a:prstGeom>
        </p:spPr>
      </p:pic>
      <p:pic>
        <p:nvPicPr>
          <p:cNvPr id="1764287254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4772025" y="4057650"/>
            <a:ext cx="2647949" cy="419099"/>
          </a:xfrm>
          <a:prstGeom prst="rect">
            <a:avLst/>
          </a:prstGeom>
        </p:spPr>
      </p:pic>
      <p:pic>
        <p:nvPicPr>
          <p:cNvPr id="149276870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4619624" y="4476749"/>
            <a:ext cx="2952749" cy="419099"/>
          </a:xfrm>
          <a:prstGeom prst="rect">
            <a:avLst/>
          </a:prstGeom>
        </p:spPr>
      </p:pic>
      <p:pic>
        <p:nvPicPr>
          <p:cNvPr id="1222881362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4848224" y="4895849"/>
            <a:ext cx="2495549" cy="419099"/>
          </a:xfrm>
          <a:prstGeom prst="rect">
            <a:avLst/>
          </a:prstGeom>
        </p:spPr>
      </p:pic>
      <p:pic>
        <p:nvPicPr>
          <p:cNvPr id="1914735889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4410074" y="5524499"/>
            <a:ext cx="3371850" cy="4190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21376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221376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152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41524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4287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642872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276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492768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2881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228813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" fill="hold">
                            <p:stCondLst>
                              <p:cond delay="250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7358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9147358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986938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0" flipH="0" flipV="0">
            <a:off x="2999231" y="64008"/>
            <a:ext cx="6355080" cy="1764792"/>
          </a:xfrm>
          <a:prstGeom prst="rect">
            <a:avLst/>
          </a:prstGeom>
        </p:spPr>
      </p:pic>
      <p:pic>
        <p:nvPicPr>
          <p:cNvPr id="877546580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86640" y="2747962"/>
            <a:ext cx="2486025" cy="419099"/>
          </a:xfrm>
          <a:prstGeom prst="rect">
            <a:avLst/>
          </a:prstGeom>
        </p:spPr>
      </p:pic>
      <p:pic>
        <p:nvPicPr>
          <p:cNvPr id="2070380664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386640" y="3571875"/>
            <a:ext cx="3667124" cy="419099"/>
          </a:xfrm>
          <a:prstGeom prst="rect">
            <a:avLst/>
          </a:prstGeom>
        </p:spPr>
      </p:pic>
      <p:pic>
        <p:nvPicPr>
          <p:cNvPr id="478589956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386640" y="1924049"/>
            <a:ext cx="2714625" cy="419099"/>
          </a:xfrm>
          <a:prstGeom prst="rect">
            <a:avLst/>
          </a:prstGeom>
        </p:spPr>
      </p:pic>
      <p:pic>
        <p:nvPicPr>
          <p:cNvPr id="970794803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46779" y="5250884"/>
            <a:ext cx="6315108" cy="1525559"/>
          </a:xfrm>
          <a:prstGeom prst="rect">
            <a:avLst/>
          </a:prstGeom>
        </p:spPr>
      </p:pic>
      <p:pic>
        <p:nvPicPr>
          <p:cNvPr id="1550889509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6527813" y="1720744"/>
            <a:ext cx="5652996" cy="50556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869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98693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85899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785899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7546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775465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07948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707948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0380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0703806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0889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5508895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844831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0" flipH="0" flipV="0">
            <a:off x="2999231" y="64008"/>
            <a:ext cx="6355080" cy="1764792"/>
          </a:xfrm>
          <a:prstGeom prst="rect">
            <a:avLst/>
          </a:prstGeom>
        </p:spPr>
      </p:pic>
      <p:pic>
        <p:nvPicPr>
          <p:cNvPr id="242959052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2315" y="5611090"/>
            <a:ext cx="4648199" cy="1200150"/>
          </a:xfrm>
          <a:prstGeom prst="rect">
            <a:avLst/>
          </a:prstGeom>
        </p:spPr>
      </p:pic>
      <p:pic>
        <p:nvPicPr>
          <p:cNvPr id="315856532" name=""/>
          <p:cNvPicPr>
            <a:picLocks noChangeAspect="1"/>
          </p:cNvPicPr>
          <p:nvPr/>
        </p:nvPicPr>
        <p:blipFill rotWithShape="1">
          <a:blip r:embed="rId5"/>
          <a:srcRect l="0" t="0" r="5480" b="0"/>
          <a:stretch/>
        </p:blipFill>
        <p:spPr bwMode="auto">
          <a:xfrm flipH="0" flipV="0">
            <a:off x="4547412" y="2038349"/>
            <a:ext cx="7540114" cy="4190999"/>
          </a:xfrm>
          <a:prstGeom prst="rect">
            <a:avLst/>
          </a:prstGeom>
        </p:spPr>
      </p:pic>
      <p:pic>
        <p:nvPicPr>
          <p:cNvPr id="931508223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367589" y="1962149"/>
            <a:ext cx="2581274" cy="419099"/>
          </a:xfrm>
          <a:prstGeom prst="rect">
            <a:avLst/>
          </a:prstGeom>
        </p:spPr>
      </p:pic>
      <p:pic>
        <p:nvPicPr>
          <p:cNvPr id="1531494431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381877" y="2762249"/>
            <a:ext cx="4352924" cy="419099"/>
          </a:xfrm>
          <a:prstGeom prst="rect">
            <a:avLst/>
          </a:prstGeom>
        </p:spPr>
      </p:pic>
      <p:pic>
        <p:nvPicPr>
          <p:cNvPr id="1314209822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367589" y="3562349"/>
            <a:ext cx="2190749" cy="4190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8448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184483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508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31508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1494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314944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856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158565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4209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142098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959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42959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9090B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9601221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08794" y="3452832"/>
            <a:ext cx="6650179" cy="3371619"/>
          </a:xfrm>
          <a:prstGeom prst="rect">
            <a:avLst/>
          </a:prstGeom>
        </p:spPr>
      </p:pic>
      <p:pic>
        <p:nvPicPr>
          <p:cNvPr id="2000797029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81877" y="1962149"/>
            <a:ext cx="2752724" cy="419099"/>
          </a:xfrm>
          <a:prstGeom prst="rect">
            <a:avLst/>
          </a:prstGeom>
        </p:spPr>
      </p:pic>
      <p:pic>
        <p:nvPicPr>
          <p:cNvPr id="435965714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rot="0" flipH="0" flipV="0">
            <a:off x="3474337" y="73152"/>
            <a:ext cx="5586983" cy="1764792"/>
          </a:xfrm>
          <a:prstGeom prst="rect">
            <a:avLst/>
          </a:prstGeom>
        </p:spPr>
      </p:pic>
      <p:pic>
        <p:nvPicPr>
          <p:cNvPr id="995386912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381877" y="2762249"/>
            <a:ext cx="3219449" cy="419099"/>
          </a:xfrm>
          <a:prstGeom prst="rect">
            <a:avLst/>
          </a:prstGeom>
        </p:spPr>
      </p:pic>
      <p:pic>
        <p:nvPicPr>
          <p:cNvPr id="385384373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381877" y="3562349"/>
            <a:ext cx="2038349" cy="419099"/>
          </a:xfrm>
          <a:prstGeom prst="rect">
            <a:avLst/>
          </a:prstGeom>
        </p:spPr>
      </p:pic>
      <p:pic>
        <p:nvPicPr>
          <p:cNvPr id="342672356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6095999" y="1902618"/>
            <a:ext cx="5421943" cy="415766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5965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359657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0797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00797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012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96012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2672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426723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53869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953869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384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853843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9090B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7653349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81877" y="2762249"/>
            <a:ext cx="3276599" cy="419099"/>
          </a:xfrm>
          <a:prstGeom prst="rect">
            <a:avLst/>
          </a:prstGeom>
        </p:spPr>
      </p:pic>
      <p:pic>
        <p:nvPicPr>
          <p:cNvPr id="122207247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rot="0" flipH="0" flipV="0">
            <a:off x="2420227" y="73151"/>
            <a:ext cx="7872983" cy="1764792"/>
          </a:xfrm>
          <a:prstGeom prst="rect">
            <a:avLst/>
          </a:prstGeom>
        </p:spPr>
      </p:pic>
      <p:pic>
        <p:nvPicPr>
          <p:cNvPr id="931285386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381877" y="1962149"/>
            <a:ext cx="857250" cy="419099"/>
          </a:xfrm>
          <a:prstGeom prst="rect">
            <a:avLst/>
          </a:prstGeom>
        </p:spPr>
      </p:pic>
      <p:pic>
        <p:nvPicPr>
          <p:cNvPr id="415996815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381877" y="3562349"/>
            <a:ext cx="1724024" cy="419099"/>
          </a:xfrm>
          <a:prstGeom prst="rect">
            <a:avLst/>
          </a:prstGeom>
        </p:spPr>
      </p:pic>
      <p:pic>
        <p:nvPicPr>
          <p:cNvPr id="1609781801" name="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 flipH="0" flipV="0">
            <a:off x="4666759" y="2170267"/>
            <a:ext cx="7220440" cy="3220882"/>
          </a:xfrm>
          <a:prstGeom prst="rect">
            <a:avLst/>
          </a:prstGeom>
        </p:spPr>
      </p:pic>
      <p:pic>
        <p:nvPicPr>
          <p:cNvPr id="642184898" name=""/>
          <p:cNvPicPr>
            <a:picLocks noChangeAspect="1"/>
          </p:cNvPicPr>
          <p:nvPr/>
        </p:nvPicPr>
        <p:blipFill rotWithShape="1">
          <a:blip r:embed="rId9"/>
          <a:srcRect l="0" t="16931" r="0" b="0"/>
          <a:stretch/>
        </p:blipFill>
        <p:spPr bwMode="auto">
          <a:xfrm flipH="0" flipV="0">
            <a:off x="381877" y="5067299"/>
            <a:ext cx="1656648" cy="1495424"/>
          </a:xfrm>
          <a:prstGeom prst="rect">
            <a:avLst/>
          </a:prstGeom>
        </p:spPr>
      </p:pic>
      <p:pic>
        <p:nvPicPr>
          <p:cNvPr id="293954512" name="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 flipH="0" flipV="0">
            <a:off x="2277352" y="5229225"/>
            <a:ext cx="1628431" cy="11715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2072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220724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285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312853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9781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097818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533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765334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21848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421848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9968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159968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9545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939545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8038051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508944" y="1864276"/>
            <a:ext cx="7174110" cy="2228849"/>
          </a:xfrm>
          <a:prstGeom prst="rect">
            <a:avLst/>
          </a:prstGeom>
        </p:spPr>
      </p:pic>
      <p:pic>
        <p:nvPicPr>
          <p:cNvPr id="1078674000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685199" y="3847582"/>
            <a:ext cx="4821599" cy="4910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2562440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638871" y="1828799"/>
            <a:ext cx="6914256" cy="1657350"/>
          </a:xfrm>
          <a:prstGeom prst="rect">
            <a:avLst/>
          </a:prstGeom>
        </p:spPr>
      </p:pic>
      <p:pic>
        <p:nvPicPr>
          <p:cNvPr id="329049231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820143" y="3333749"/>
            <a:ext cx="6551711" cy="16573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ONLYOFFICE/9.2.0.100</Application>
  <PresentationFormat>On-screen Show (4:3)</PresentationFormat>
  <Paragraphs>0</Paragraphs>
  <Slides>7</Slides>
  <Notes>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</cp:revision>
  <dcterms:modified xsi:type="dcterms:W3CDTF">2025-12-12T10:31:28Z</dcterms:modified>
</cp:coreProperties>
</file>