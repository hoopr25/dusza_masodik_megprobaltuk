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64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0622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686413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12/13/2025</a:t>
            </a:fld>
            <a:endParaRPr lang="en-US"/>
          </a:p>
        </p:txBody>
      </p:sp>
      <p:sp>
        <p:nvSpPr>
          <p:cNvPr id="204602870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8581822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534101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447616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7027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740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568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22E637-DDE5-F68B-BE5A-9FAD27999AB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40747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08436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240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A7AEDD-2607-F668-D14F-8D6D664C936C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453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05541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83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53AC74-33C7-0B7D-491D-A3E1CD882BE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B041-F5D8-87B5-EC82-60EEC2D165E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4533" name="Slide Image Placeholder 1">
            <a:extLst>
              <a:ext uri="{FF2B5EF4-FFF2-40B4-BE49-F238E27FC236}">
                <a16:creationId xmlns:a16="http://schemas.microsoft.com/office/drawing/2014/main" id="{919EF274-17AF-7F9B-A51D-227781E79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05541321" name="Notes Placeholder 2">
            <a:extLst>
              <a:ext uri="{FF2B5EF4-FFF2-40B4-BE49-F238E27FC236}">
                <a16:creationId xmlns:a16="http://schemas.microsoft.com/office/drawing/2014/main" id="{65C3F413-2063-8800-C955-6A7A44EFE4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837733" name="Slide Number Placeholder 3">
            <a:extLst>
              <a:ext uri="{FF2B5EF4-FFF2-40B4-BE49-F238E27FC236}">
                <a16:creationId xmlns:a16="http://schemas.microsoft.com/office/drawing/2014/main" id="{2F44CBDB-5F70-5381-D3F4-07BC88CA9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53AC74-33C7-0B7D-491D-A3E1CD882BE5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4087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4100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29430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552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AFA12C-F677-7BF3-FA33-E59D2659F934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15A593-09D9-1481-DC88-4B40AF24AEAD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84181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33770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06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53C180-FF2D-64B4-0476-B0FEA942FC1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17116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60570476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2682272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10396567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80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6011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22348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1453830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2044326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7430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22144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663927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654314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17833948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9231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8079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1228962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348045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586502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9959364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71380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95973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66174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028226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6288104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544953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4531698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47616280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21510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7791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7983391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77320692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75673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2512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10877518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427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795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64988469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1131190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68282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5040717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28238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4610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60414977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958935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66725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701306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02777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83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73111879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9722080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15233786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75999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56213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90014262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940332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4394805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00922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11575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1149112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90274824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12/13/2025</a:t>
            </a:fld>
            <a:endParaRPr lang="en-US"/>
          </a:p>
        </p:txBody>
      </p:sp>
      <p:sp>
        <p:nvSpPr>
          <p:cNvPr id="8192885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3779415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2137697" name="Kép 162213769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28409" y="245482"/>
            <a:ext cx="7535181" cy="2222357"/>
          </a:xfrm>
          <a:prstGeom prst="rect">
            <a:avLst/>
          </a:prstGeom>
        </p:spPr>
      </p:pic>
      <p:pic>
        <p:nvPicPr>
          <p:cNvPr id="44152440" name="Kép 4415243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16090" y="3219449"/>
            <a:ext cx="3759818" cy="631419"/>
          </a:xfrm>
          <a:prstGeom prst="rect">
            <a:avLst/>
          </a:prstGeom>
        </p:spPr>
      </p:pic>
      <p:pic>
        <p:nvPicPr>
          <p:cNvPr id="1764287254" name="Kép 1764287253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772025" y="4057650"/>
            <a:ext cx="2647949" cy="419099"/>
          </a:xfrm>
          <a:prstGeom prst="rect">
            <a:avLst/>
          </a:prstGeom>
        </p:spPr>
      </p:pic>
      <p:pic>
        <p:nvPicPr>
          <p:cNvPr id="149276870" name="Kép 149276869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619624" y="4476749"/>
            <a:ext cx="2952749" cy="419099"/>
          </a:xfrm>
          <a:prstGeom prst="rect">
            <a:avLst/>
          </a:prstGeom>
        </p:spPr>
      </p:pic>
      <p:pic>
        <p:nvPicPr>
          <p:cNvPr id="1222881362" name="Kép 1222881361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848224" y="4895849"/>
            <a:ext cx="2495549" cy="419099"/>
          </a:xfrm>
          <a:prstGeom prst="rect">
            <a:avLst/>
          </a:prstGeom>
        </p:spPr>
      </p:pic>
      <p:pic>
        <p:nvPicPr>
          <p:cNvPr id="1914735889" name="Kép 191473588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410074" y="5524499"/>
            <a:ext cx="3371850" cy="4190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13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213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5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15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28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6428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927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88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2288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7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1473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869386" name="Kép 20986938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99231" y="64008"/>
            <a:ext cx="6355080" cy="1764792"/>
          </a:xfrm>
          <a:prstGeom prst="rect">
            <a:avLst/>
          </a:prstGeom>
        </p:spPr>
      </p:pic>
      <p:pic>
        <p:nvPicPr>
          <p:cNvPr id="877546580" name="Kép 87754657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86640" y="2747962"/>
            <a:ext cx="2486025" cy="419099"/>
          </a:xfrm>
          <a:prstGeom prst="rect">
            <a:avLst/>
          </a:prstGeom>
        </p:spPr>
      </p:pic>
      <p:pic>
        <p:nvPicPr>
          <p:cNvPr id="2070380664" name="Kép 2070380663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86640" y="3571875"/>
            <a:ext cx="3667124" cy="419099"/>
          </a:xfrm>
          <a:prstGeom prst="rect">
            <a:avLst/>
          </a:prstGeom>
        </p:spPr>
      </p:pic>
      <p:pic>
        <p:nvPicPr>
          <p:cNvPr id="478589956" name="Kép 478589955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86640" y="1924049"/>
            <a:ext cx="2714625" cy="419099"/>
          </a:xfrm>
          <a:prstGeom prst="rect">
            <a:avLst/>
          </a:prstGeom>
        </p:spPr>
      </p:pic>
      <p:pic>
        <p:nvPicPr>
          <p:cNvPr id="970794803" name="Kép 97079480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6779" y="5250884"/>
            <a:ext cx="6315108" cy="1525559"/>
          </a:xfrm>
          <a:prstGeom prst="rect">
            <a:avLst/>
          </a:prstGeom>
        </p:spPr>
      </p:pic>
      <p:pic>
        <p:nvPicPr>
          <p:cNvPr id="1550889509" name="Kép 155088950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527813" y="1720744"/>
            <a:ext cx="5652996" cy="5055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6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86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58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858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4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7754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9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7079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8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7038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88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5088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8448318" name="Kép 141844831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99231" y="64008"/>
            <a:ext cx="6355080" cy="1764792"/>
          </a:xfrm>
          <a:prstGeom prst="rect">
            <a:avLst/>
          </a:prstGeom>
        </p:spPr>
      </p:pic>
      <p:pic>
        <p:nvPicPr>
          <p:cNvPr id="242959052" name="Kép 24295905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2315" y="5611090"/>
            <a:ext cx="4648199" cy="1200150"/>
          </a:xfrm>
          <a:prstGeom prst="rect">
            <a:avLst/>
          </a:prstGeom>
        </p:spPr>
      </p:pic>
      <p:pic>
        <p:nvPicPr>
          <p:cNvPr id="315856532" name="Kép 315856531"/>
          <p:cNvPicPr>
            <a:picLocks noChangeAspect="1"/>
          </p:cNvPicPr>
          <p:nvPr/>
        </p:nvPicPr>
        <p:blipFill rotWithShape="1">
          <a:blip r:embed="rId5"/>
          <a:srcRect r="5480"/>
          <a:stretch/>
        </p:blipFill>
        <p:spPr bwMode="auto">
          <a:xfrm>
            <a:off x="4547412" y="2038349"/>
            <a:ext cx="7540114" cy="4190999"/>
          </a:xfrm>
          <a:prstGeom prst="rect">
            <a:avLst/>
          </a:prstGeom>
        </p:spPr>
      </p:pic>
      <p:pic>
        <p:nvPicPr>
          <p:cNvPr id="931508223" name="Kép 931508222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67589" y="1962149"/>
            <a:ext cx="2581274" cy="419099"/>
          </a:xfrm>
          <a:prstGeom prst="rect">
            <a:avLst/>
          </a:prstGeom>
        </p:spPr>
      </p:pic>
      <p:pic>
        <p:nvPicPr>
          <p:cNvPr id="1531494431" name="Kép 1531494430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81877" y="2762249"/>
            <a:ext cx="4352924" cy="419099"/>
          </a:xfrm>
          <a:prstGeom prst="rect">
            <a:avLst/>
          </a:prstGeom>
        </p:spPr>
      </p:pic>
      <p:pic>
        <p:nvPicPr>
          <p:cNvPr id="1314209822" name="Kép 1314209821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67589" y="3562349"/>
            <a:ext cx="2190749" cy="419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44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844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50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3150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49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1494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5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585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20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1420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5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295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0797029" name="Kép 200079702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1877" y="1962149"/>
            <a:ext cx="2752724" cy="419099"/>
          </a:xfrm>
          <a:prstGeom prst="rect">
            <a:avLst/>
          </a:prstGeom>
        </p:spPr>
      </p:pic>
      <p:pic>
        <p:nvPicPr>
          <p:cNvPr id="435965714" name="Kép 4359657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474337" y="73152"/>
            <a:ext cx="5586983" cy="1764792"/>
          </a:xfrm>
          <a:prstGeom prst="rect">
            <a:avLst/>
          </a:prstGeom>
        </p:spPr>
      </p:pic>
      <p:pic>
        <p:nvPicPr>
          <p:cNvPr id="995386912" name="Kép 99538691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81877" y="2762249"/>
            <a:ext cx="3219449" cy="419099"/>
          </a:xfrm>
          <a:prstGeom prst="rect">
            <a:avLst/>
          </a:prstGeom>
        </p:spPr>
      </p:pic>
      <p:pic>
        <p:nvPicPr>
          <p:cNvPr id="385384373" name="Kép 385384372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81877" y="3562349"/>
            <a:ext cx="2038349" cy="419099"/>
          </a:xfrm>
          <a:prstGeom prst="rect">
            <a:avLst/>
          </a:prstGeom>
        </p:spPr>
      </p:pic>
      <p:pic>
        <p:nvPicPr>
          <p:cNvPr id="342672356" name="Kép 342672355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095999" y="1902618"/>
            <a:ext cx="5421943" cy="4157662"/>
          </a:xfrm>
          <a:prstGeom prst="rect">
            <a:avLst/>
          </a:prstGeom>
        </p:spPr>
      </p:pic>
      <p:pic>
        <p:nvPicPr>
          <p:cNvPr id="7" name="Kép 6" descr="A képen szöveg, képernyőkép, diagra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F324249-27B1-B52A-8B5A-05283921D2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26" y="3192468"/>
            <a:ext cx="4924353" cy="3665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96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596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79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0079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67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267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8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9538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38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538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909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2BD5A-9716-7C81-694F-21577582A75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Kép 13" descr="A képen képernyőkép, fekete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61E8EE7-6E6D-2617-63BB-51F2EAEAE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77" y="3505095"/>
            <a:ext cx="2143125" cy="523875"/>
          </a:xfrm>
          <a:prstGeom prst="rect">
            <a:avLst/>
          </a:prstGeom>
        </p:spPr>
      </p:pic>
      <p:pic>
        <p:nvPicPr>
          <p:cNvPr id="8" name="Kép 7" descr="A képen billentyűzet, Beviteli eszköz, képernyőkép, számítóg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FB54333-FEDB-69D0-E01C-5D88BC9D9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312" y="7649"/>
            <a:ext cx="7221375" cy="1764000"/>
          </a:xfrm>
          <a:prstGeom prst="rect">
            <a:avLst/>
          </a:prstGeom>
        </p:spPr>
      </p:pic>
      <p:pic>
        <p:nvPicPr>
          <p:cNvPr id="10" name="Kép 9" descr="A képen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6E10092-59AF-A2F1-E677-4A9BE45A31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77" y="2709860"/>
            <a:ext cx="1838325" cy="523875"/>
          </a:xfrm>
          <a:prstGeom prst="rect">
            <a:avLst/>
          </a:prstGeom>
        </p:spPr>
      </p:pic>
      <p:pic>
        <p:nvPicPr>
          <p:cNvPr id="12" name="Kép 11" descr="A képen képernyőkép, fekete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E7D56C5-7C42-E2C4-73EA-60DA2600AE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77" y="1909760"/>
            <a:ext cx="1066800" cy="523875"/>
          </a:xfrm>
          <a:prstGeom prst="rect">
            <a:avLst/>
          </a:prstGeom>
        </p:spPr>
      </p:pic>
      <p:pic>
        <p:nvPicPr>
          <p:cNvPr id="16" name="Kép 15" descr="A képen macska, clipart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F72A617-53CF-9052-427A-36F443E9CD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13" y="4837261"/>
            <a:ext cx="1848189" cy="1848189"/>
          </a:xfrm>
          <a:prstGeom prst="rect">
            <a:avLst/>
          </a:prstGeom>
        </p:spPr>
      </p:pic>
      <p:pic>
        <p:nvPicPr>
          <p:cNvPr id="18" name="Kép 17" descr="A képen clipart, kör, Grafika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2C77323-6E56-9E93-41EA-0ED8269A944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002" y="4815170"/>
            <a:ext cx="1892369" cy="1892369"/>
          </a:xfrm>
          <a:prstGeom prst="rect">
            <a:avLst/>
          </a:prstGeom>
        </p:spPr>
      </p:pic>
      <p:pic>
        <p:nvPicPr>
          <p:cNvPr id="22" name="Ábra 21">
            <a:extLst>
              <a:ext uri="{FF2B5EF4-FFF2-40B4-BE49-F238E27FC236}">
                <a16:creationId xmlns:a16="http://schemas.microsoft.com/office/drawing/2014/main" id="{AB120F9C-AD8F-067F-635A-885D749404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61733" y="1569292"/>
            <a:ext cx="6288154" cy="280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08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2231891" name="Kép 104223189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1877" y="3562349"/>
            <a:ext cx="3105149" cy="419099"/>
          </a:xfrm>
          <a:prstGeom prst="rect">
            <a:avLst/>
          </a:prstGeom>
        </p:spPr>
      </p:pic>
      <p:pic>
        <p:nvPicPr>
          <p:cNvPr id="594781104" name="Kép 59478110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81877" y="1962149"/>
            <a:ext cx="1571625" cy="419099"/>
          </a:xfrm>
          <a:prstGeom prst="rect">
            <a:avLst/>
          </a:prstGeom>
        </p:spPr>
      </p:pic>
      <p:pic>
        <p:nvPicPr>
          <p:cNvPr id="1076749577" name="Kép 107674957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330576" y="73151"/>
            <a:ext cx="8183879" cy="1764792"/>
          </a:xfrm>
          <a:prstGeom prst="rect">
            <a:avLst/>
          </a:prstGeom>
        </p:spPr>
      </p:pic>
      <p:pic>
        <p:nvPicPr>
          <p:cNvPr id="1389744412" name="Kép 1389744411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81877" y="2762249"/>
            <a:ext cx="2190749" cy="419099"/>
          </a:xfrm>
          <a:prstGeom prst="rect">
            <a:avLst/>
          </a:prstGeom>
        </p:spPr>
      </p:pic>
      <p:pic>
        <p:nvPicPr>
          <p:cNvPr id="317424924" name="Kép 317424923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3215" y="4778194"/>
            <a:ext cx="3762472" cy="1262747"/>
          </a:xfrm>
          <a:prstGeom prst="rect">
            <a:avLst/>
          </a:prstGeom>
        </p:spPr>
      </p:pic>
      <p:pic>
        <p:nvPicPr>
          <p:cNvPr id="847452718" name="Kép 847452717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775127" y="4431196"/>
            <a:ext cx="3478658" cy="1956745"/>
          </a:xfrm>
          <a:prstGeom prst="rect">
            <a:avLst/>
          </a:prstGeom>
        </p:spPr>
      </p:pic>
      <p:pic>
        <p:nvPicPr>
          <p:cNvPr id="1614579584" name="Kép 1614579583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188113" y="4416851"/>
            <a:ext cx="1985435" cy="1985435"/>
          </a:xfrm>
          <a:prstGeom prst="rect">
            <a:avLst/>
          </a:prstGeom>
        </p:spPr>
      </p:pic>
      <p:pic>
        <p:nvPicPr>
          <p:cNvPr id="2082760202" name="Kép 2082760201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9619297" y="2076640"/>
            <a:ext cx="1790318" cy="1790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4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674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8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478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4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8974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76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8276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23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223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45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745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57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457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2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742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0380514" name="Kép 148038051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08944" y="1864276"/>
            <a:ext cx="7174110" cy="2228849"/>
          </a:xfrm>
          <a:prstGeom prst="rect">
            <a:avLst/>
          </a:prstGeom>
        </p:spPr>
      </p:pic>
      <p:pic>
        <p:nvPicPr>
          <p:cNvPr id="1078674000" name="Kép 107867399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85199" y="3847582"/>
            <a:ext cx="4821599" cy="491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38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038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67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7867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5624400" name="Kép 52562439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38871" y="1828799"/>
            <a:ext cx="6914256" cy="1657350"/>
          </a:xfrm>
          <a:prstGeom prst="rect">
            <a:avLst/>
          </a:prstGeom>
        </p:spPr>
      </p:pic>
      <p:pic>
        <p:nvPicPr>
          <p:cNvPr id="329049231" name="Kép 32904923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20143" y="3333749"/>
            <a:ext cx="6551711" cy="1657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62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562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4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904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8</Words>
  <Application>Microsoft Office PowerPoint</Application>
  <PresentationFormat>Szélesvásznú</PresentationFormat>
  <Paragraphs>8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Dusza-megpróbáltuk</cp:lastModifiedBy>
  <cp:revision>9</cp:revision>
  <dcterms:modified xsi:type="dcterms:W3CDTF">2025-12-13T06:58:23Z</dcterms:modified>
</cp:coreProperties>
</file>