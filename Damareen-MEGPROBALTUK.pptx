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06226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8686413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204602870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8581822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5341019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5447616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702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740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568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22E637-DDE5-F68B-BE5A-9FAD27999A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4074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84361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240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A7AEDD-2607-F668-D14F-8D6D664C93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45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55413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83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53AC74-33C7-0B7D-491D-A3E1CD882B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8410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9430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552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AFA12C-F677-7BF3-FA33-E59D2659F93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15A593-09D9-1481-DC88-4B40AF24AE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8418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3770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066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53C180-FF2D-64B4-0476-B0FEA942FC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217116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0570476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26822729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96567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180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6011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223486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453830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43269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7430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922144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663927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654314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833948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92313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8079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228962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80450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5865027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9593644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713800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95973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66174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5028226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6288104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544953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4531698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7616280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215102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7791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9833919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7320692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975673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4251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877518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427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1795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49884699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311900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8682821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0407179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282383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46107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04149773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49589351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8667256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013068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027776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858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3111879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722080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233786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75999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56213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14262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40332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394805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00922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09090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1157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49112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0274824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1928855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3779415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213769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328409" y="245482"/>
            <a:ext cx="7535181" cy="2222357"/>
          </a:xfrm>
          <a:prstGeom prst="rect">
            <a:avLst/>
          </a:prstGeom>
        </p:spPr>
      </p:pic>
      <p:pic>
        <p:nvPicPr>
          <p:cNvPr id="4415244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216090" y="3219449"/>
            <a:ext cx="3759818" cy="631419"/>
          </a:xfrm>
          <a:prstGeom prst="rect">
            <a:avLst/>
          </a:prstGeom>
        </p:spPr>
      </p:pic>
      <p:pic>
        <p:nvPicPr>
          <p:cNvPr id="176428725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4772025" y="4057650"/>
            <a:ext cx="2647949" cy="419099"/>
          </a:xfrm>
          <a:prstGeom prst="rect">
            <a:avLst/>
          </a:prstGeom>
        </p:spPr>
      </p:pic>
      <p:pic>
        <p:nvPicPr>
          <p:cNvPr id="14927687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619624" y="4476749"/>
            <a:ext cx="2952749" cy="419099"/>
          </a:xfrm>
          <a:prstGeom prst="rect">
            <a:avLst/>
          </a:prstGeom>
        </p:spPr>
      </p:pic>
      <p:pic>
        <p:nvPicPr>
          <p:cNvPr id="122288136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848224" y="4895849"/>
            <a:ext cx="2495549" cy="419099"/>
          </a:xfrm>
          <a:prstGeom prst="rect">
            <a:avLst/>
          </a:prstGeom>
        </p:spPr>
      </p:pic>
      <p:pic>
        <p:nvPicPr>
          <p:cNvPr id="191473588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410074" y="5524499"/>
            <a:ext cx="3371850" cy="419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137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221376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5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152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4287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64287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27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9276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881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22881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2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735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9147358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8693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2999231" y="64008"/>
            <a:ext cx="6355080" cy="1764792"/>
          </a:xfrm>
          <a:prstGeom prst="rect">
            <a:avLst/>
          </a:prstGeom>
        </p:spPr>
      </p:pic>
      <p:pic>
        <p:nvPicPr>
          <p:cNvPr id="87754658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6640" y="2747962"/>
            <a:ext cx="2486025" cy="419099"/>
          </a:xfrm>
          <a:prstGeom prst="rect">
            <a:avLst/>
          </a:prstGeom>
        </p:spPr>
      </p:pic>
      <p:pic>
        <p:nvPicPr>
          <p:cNvPr id="207038066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86640" y="3571875"/>
            <a:ext cx="3667124" cy="419099"/>
          </a:xfrm>
          <a:prstGeom prst="rect">
            <a:avLst/>
          </a:prstGeom>
        </p:spPr>
      </p:pic>
      <p:pic>
        <p:nvPicPr>
          <p:cNvPr id="47858995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6640" y="1924049"/>
            <a:ext cx="2714625" cy="419099"/>
          </a:xfrm>
          <a:prstGeom prst="rect">
            <a:avLst/>
          </a:prstGeom>
        </p:spPr>
      </p:pic>
      <p:pic>
        <p:nvPicPr>
          <p:cNvPr id="97079480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6779" y="5250884"/>
            <a:ext cx="6315108" cy="1525559"/>
          </a:xfrm>
          <a:prstGeom prst="rect">
            <a:avLst/>
          </a:prstGeom>
        </p:spPr>
      </p:pic>
      <p:pic>
        <p:nvPicPr>
          <p:cNvPr id="155088950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6527813" y="1720744"/>
            <a:ext cx="5652996" cy="5055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869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9869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589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85899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546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77546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794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70794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380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703806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0889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550889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84483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2999231" y="64008"/>
            <a:ext cx="6355080" cy="1764792"/>
          </a:xfrm>
          <a:prstGeom prst="rect">
            <a:avLst/>
          </a:prstGeom>
        </p:spPr>
      </p:pic>
      <p:pic>
        <p:nvPicPr>
          <p:cNvPr id="24295905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2315" y="5611090"/>
            <a:ext cx="4648199" cy="1200150"/>
          </a:xfrm>
          <a:prstGeom prst="rect">
            <a:avLst/>
          </a:prstGeom>
        </p:spPr>
      </p:pic>
      <p:pic>
        <p:nvPicPr>
          <p:cNvPr id="315856532" name=""/>
          <p:cNvPicPr>
            <a:picLocks noChangeAspect="1"/>
          </p:cNvPicPr>
          <p:nvPr/>
        </p:nvPicPr>
        <p:blipFill rotWithShape="1">
          <a:blip r:embed="rId5"/>
          <a:srcRect l="0" t="0" r="5480" b="0"/>
          <a:stretch/>
        </p:blipFill>
        <p:spPr bwMode="auto">
          <a:xfrm flipH="0" flipV="0">
            <a:off x="4547412" y="2038349"/>
            <a:ext cx="7540114" cy="4190999"/>
          </a:xfrm>
          <a:prstGeom prst="rect">
            <a:avLst/>
          </a:prstGeom>
        </p:spPr>
      </p:pic>
      <p:pic>
        <p:nvPicPr>
          <p:cNvPr id="93150822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67589" y="1962149"/>
            <a:ext cx="2581274" cy="419099"/>
          </a:xfrm>
          <a:prstGeom prst="rect">
            <a:avLst/>
          </a:prstGeom>
        </p:spPr>
      </p:pic>
      <p:pic>
        <p:nvPicPr>
          <p:cNvPr id="153149443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381877" y="2762249"/>
            <a:ext cx="4352924" cy="419099"/>
          </a:xfrm>
          <a:prstGeom prst="rect">
            <a:avLst/>
          </a:prstGeom>
        </p:spPr>
      </p:pic>
      <p:pic>
        <p:nvPicPr>
          <p:cNvPr id="1314209822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367589" y="3562349"/>
            <a:ext cx="2190749" cy="419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8448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18448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508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31508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149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31494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856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58565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209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14209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959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42959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9090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960122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8794" y="4046817"/>
            <a:ext cx="5478604" cy="2777634"/>
          </a:xfrm>
          <a:prstGeom prst="rect">
            <a:avLst/>
          </a:prstGeom>
        </p:spPr>
      </p:pic>
      <p:pic>
        <p:nvPicPr>
          <p:cNvPr id="200079702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1877" y="1962149"/>
            <a:ext cx="2752724" cy="419099"/>
          </a:xfrm>
          <a:prstGeom prst="rect">
            <a:avLst/>
          </a:prstGeom>
        </p:spPr>
      </p:pic>
      <p:pic>
        <p:nvPicPr>
          <p:cNvPr id="43596571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74337" y="73152"/>
            <a:ext cx="5586983" cy="1764792"/>
          </a:xfrm>
          <a:prstGeom prst="rect">
            <a:avLst/>
          </a:prstGeom>
        </p:spPr>
      </p:pic>
      <p:pic>
        <p:nvPicPr>
          <p:cNvPr id="99538691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1877" y="2762249"/>
            <a:ext cx="3219449" cy="419099"/>
          </a:xfrm>
          <a:prstGeom prst="rect">
            <a:avLst/>
          </a:prstGeom>
        </p:spPr>
      </p:pic>
      <p:pic>
        <p:nvPicPr>
          <p:cNvPr id="38538437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381877" y="3562349"/>
            <a:ext cx="2038349" cy="419099"/>
          </a:xfrm>
          <a:prstGeom prst="rect">
            <a:avLst/>
          </a:prstGeom>
        </p:spPr>
      </p:pic>
      <p:pic>
        <p:nvPicPr>
          <p:cNvPr id="34267235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6095999" y="1902618"/>
            <a:ext cx="5421943" cy="41576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965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5965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0797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00797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672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42672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012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96012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5386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953869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38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853843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9090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422318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81877" y="3562349"/>
            <a:ext cx="3105149" cy="419099"/>
          </a:xfrm>
          <a:prstGeom prst="rect">
            <a:avLst/>
          </a:prstGeom>
        </p:spPr>
      </p:pic>
      <p:pic>
        <p:nvPicPr>
          <p:cNvPr id="59478110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81877" y="1962149"/>
            <a:ext cx="1571625" cy="419099"/>
          </a:xfrm>
          <a:prstGeom prst="rect">
            <a:avLst/>
          </a:prstGeom>
        </p:spPr>
      </p:pic>
      <p:pic>
        <p:nvPicPr>
          <p:cNvPr id="1076749577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2330576" y="73151"/>
            <a:ext cx="8183879" cy="1764792"/>
          </a:xfrm>
          <a:prstGeom prst="rect">
            <a:avLst/>
          </a:prstGeom>
        </p:spPr>
      </p:pic>
      <p:pic>
        <p:nvPicPr>
          <p:cNvPr id="138974441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381877" y="2762249"/>
            <a:ext cx="2190749" cy="419099"/>
          </a:xfrm>
          <a:prstGeom prst="rect">
            <a:avLst/>
          </a:prstGeom>
        </p:spPr>
      </p:pic>
      <p:pic>
        <p:nvPicPr>
          <p:cNvPr id="31742492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86602" y="5452377"/>
            <a:ext cx="3762472" cy="1262747"/>
          </a:xfrm>
          <a:prstGeom prst="rect">
            <a:avLst/>
          </a:prstGeom>
        </p:spPr>
      </p:pic>
      <p:pic>
        <p:nvPicPr>
          <p:cNvPr id="84745271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8775127" y="4265824"/>
            <a:ext cx="3478658" cy="1956745"/>
          </a:xfrm>
          <a:prstGeom prst="rect">
            <a:avLst/>
          </a:prstGeom>
        </p:spPr>
      </p:pic>
      <p:pic>
        <p:nvPicPr>
          <p:cNvPr id="1614579584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7188113" y="4251479"/>
            <a:ext cx="1985435" cy="1985435"/>
          </a:xfrm>
          <a:prstGeom prst="rect">
            <a:avLst/>
          </a:prstGeom>
        </p:spPr>
      </p:pic>
      <p:pic>
        <p:nvPicPr>
          <p:cNvPr id="2082760202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9619297" y="2076640"/>
            <a:ext cx="1790318" cy="17903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6749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767495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78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94781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974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89744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2760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82760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23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2231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7452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474527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4579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145795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1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24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174249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03805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08944" y="1864276"/>
            <a:ext cx="7174110" cy="2228849"/>
          </a:xfrm>
          <a:prstGeom prst="rect">
            <a:avLst/>
          </a:prstGeom>
        </p:spPr>
      </p:pic>
      <p:pic>
        <p:nvPicPr>
          <p:cNvPr id="107867400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685199" y="3847582"/>
            <a:ext cx="4821599" cy="4910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0380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80380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8674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78674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562440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8871" y="1828799"/>
            <a:ext cx="6914256" cy="1657350"/>
          </a:xfrm>
          <a:prstGeom prst="rect">
            <a:avLst/>
          </a:prstGeom>
        </p:spPr>
      </p:pic>
      <p:pic>
        <p:nvPicPr>
          <p:cNvPr id="32904923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820143" y="3333749"/>
            <a:ext cx="6551711" cy="1657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500" advClick="1">
        <p:fade thruBlk="0"/>
      </p:transition>
    </mc:Choice>
    <mc:Fallback>
      <p:transition spd="med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624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5624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04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29049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ONLYOFFICE/9.2.0.100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2025-12-12T11:04:02Z</dcterms:modified>
</cp:coreProperties>
</file>