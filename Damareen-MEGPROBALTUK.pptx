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744" y="34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06226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8686413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12/13/2025</a:t>
            </a:fld>
            <a:endParaRPr lang="en-US"/>
          </a:p>
        </p:txBody>
      </p:sp>
      <p:sp>
        <p:nvSpPr>
          <p:cNvPr id="2046028704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8581822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105341019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5447616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70270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740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568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22E637-DDE5-F68B-BE5A-9FAD27999AB6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40747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084361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240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A7AEDD-2607-F668-D14F-8D6D664C936C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453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055413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83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53AC74-33C7-0B7D-491D-A3E1CD882BE5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84100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29430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552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AFA12C-F677-7BF3-FA33-E59D2659F934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15A593-09D9-1481-DC88-4B40AF24AEAD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84181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337701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066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53C180-FF2D-64B4-0476-B0FEA942FC1F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217116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60570476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26822729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12/13/2025</a:t>
            </a:fld>
            <a:endParaRPr lang="en-US"/>
          </a:p>
        </p:txBody>
      </p:sp>
      <p:sp>
        <p:nvSpPr>
          <p:cNvPr id="10396567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7180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6011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20223486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11453830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12/13/2025</a:t>
            </a:fld>
            <a:endParaRPr lang="en-US"/>
          </a:p>
        </p:txBody>
      </p:sp>
      <p:sp>
        <p:nvSpPr>
          <p:cNvPr id="20443269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74308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922144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96639270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654314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12/13/2025</a:t>
            </a:fld>
            <a:endParaRPr lang="en-US"/>
          </a:p>
        </p:txBody>
      </p:sp>
      <p:sp>
        <p:nvSpPr>
          <p:cNvPr id="17833948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92313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08079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21228962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13480450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65865027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12/13/2025</a:t>
            </a:fld>
            <a:endParaRPr lang="en-US"/>
          </a:p>
        </p:txBody>
      </p:sp>
      <p:sp>
        <p:nvSpPr>
          <p:cNvPr id="99593644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4713800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95973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866174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5028226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66288104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5449538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104531698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12/13/2025</a:t>
            </a:fld>
            <a:endParaRPr lang="en-US"/>
          </a:p>
        </p:txBody>
      </p:sp>
      <p:sp>
        <p:nvSpPr>
          <p:cNvPr id="47616280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6215102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97791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79833919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12/13/2025</a:t>
            </a:fld>
            <a:endParaRPr lang="en-US"/>
          </a:p>
        </p:txBody>
      </p:sp>
      <p:sp>
        <p:nvSpPr>
          <p:cNvPr id="77320692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975673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42512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12/13/2025</a:t>
            </a:fld>
            <a:endParaRPr lang="en-US"/>
          </a:p>
        </p:txBody>
      </p:sp>
      <p:sp>
        <p:nvSpPr>
          <p:cNvPr id="10877518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427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1795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649884699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211311900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8682821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12/13/2025</a:t>
            </a:fld>
            <a:endParaRPr lang="en-US"/>
          </a:p>
        </p:txBody>
      </p:sp>
      <p:sp>
        <p:nvSpPr>
          <p:cNvPr id="50407179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282383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46107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604149773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</a:p>
        </p:txBody>
      </p:sp>
      <p:sp>
        <p:nvSpPr>
          <p:cNvPr id="49589351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8667256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12/13/2025</a:t>
            </a:fld>
            <a:endParaRPr lang="en-US"/>
          </a:p>
        </p:txBody>
      </p:sp>
      <p:sp>
        <p:nvSpPr>
          <p:cNvPr id="7013068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027776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8583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73111879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9722080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12/13/2025</a:t>
            </a:fld>
            <a:endParaRPr lang="en-US"/>
          </a:p>
        </p:txBody>
      </p:sp>
      <p:sp>
        <p:nvSpPr>
          <p:cNvPr id="15233786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759997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56213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90014262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89403321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12/13/2025</a:t>
            </a:fld>
            <a:endParaRPr lang="en-US"/>
          </a:p>
        </p:txBody>
      </p:sp>
      <p:sp>
        <p:nvSpPr>
          <p:cNvPr id="43948057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2009223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11575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211491123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90274824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12/13/2025</a:t>
            </a:fld>
            <a:endParaRPr lang="en-US"/>
          </a:p>
        </p:txBody>
      </p:sp>
      <p:sp>
        <p:nvSpPr>
          <p:cNvPr id="81928855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3779415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2137697" name="Kép 1622137696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328409" y="245482"/>
            <a:ext cx="7535181" cy="2222357"/>
          </a:xfrm>
          <a:prstGeom prst="rect">
            <a:avLst/>
          </a:prstGeom>
        </p:spPr>
      </p:pic>
      <p:pic>
        <p:nvPicPr>
          <p:cNvPr id="44152440" name="Kép 44152439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216090" y="3219449"/>
            <a:ext cx="3759818" cy="631419"/>
          </a:xfrm>
          <a:prstGeom prst="rect">
            <a:avLst/>
          </a:prstGeom>
        </p:spPr>
      </p:pic>
      <p:pic>
        <p:nvPicPr>
          <p:cNvPr id="1764287254" name="Kép 1764287253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772025" y="4057650"/>
            <a:ext cx="2647949" cy="419099"/>
          </a:xfrm>
          <a:prstGeom prst="rect">
            <a:avLst/>
          </a:prstGeom>
        </p:spPr>
      </p:pic>
      <p:pic>
        <p:nvPicPr>
          <p:cNvPr id="149276870" name="Kép 149276869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619624" y="4476749"/>
            <a:ext cx="2952749" cy="419099"/>
          </a:xfrm>
          <a:prstGeom prst="rect">
            <a:avLst/>
          </a:prstGeom>
        </p:spPr>
      </p:pic>
      <p:pic>
        <p:nvPicPr>
          <p:cNvPr id="1222881362" name="Kép 1222881361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4848224" y="4895849"/>
            <a:ext cx="2495549" cy="419099"/>
          </a:xfrm>
          <a:prstGeom prst="rect">
            <a:avLst/>
          </a:prstGeom>
        </p:spPr>
      </p:pic>
      <p:pic>
        <p:nvPicPr>
          <p:cNvPr id="1914735889" name="Kép 1914735888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4410074" y="5524499"/>
            <a:ext cx="3371850" cy="41909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137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221376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5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4152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4287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64287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27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92768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881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22881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735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147358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9869386" name="Kép 20986938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999231" y="64008"/>
            <a:ext cx="6355080" cy="1764792"/>
          </a:xfrm>
          <a:prstGeom prst="rect">
            <a:avLst/>
          </a:prstGeom>
        </p:spPr>
      </p:pic>
      <p:pic>
        <p:nvPicPr>
          <p:cNvPr id="877546580" name="Kép 877546579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86640" y="2747962"/>
            <a:ext cx="2486025" cy="419099"/>
          </a:xfrm>
          <a:prstGeom prst="rect">
            <a:avLst/>
          </a:prstGeom>
        </p:spPr>
      </p:pic>
      <p:pic>
        <p:nvPicPr>
          <p:cNvPr id="2070380664" name="Kép 2070380663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86640" y="3571875"/>
            <a:ext cx="3667124" cy="419099"/>
          </a:xfrm>
          <a:prstGeom prst="rect">
            <a:avLst/>
          </a:prstGeom>
        </p:spPr>
      </p:pic>
      <p:pic>
        <p:nvPicPr>
          <p:cNvPr id="478589956" name="Kép 478589955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86640" y="1924049"/>
            <a:ext cx="2714625" cy="419099"/>
          </a:xfrm>
          <a:prstGeom prst="rect">
            <a:avLst/>
          </a:prstGeom>
        </p:spPr>
      </p:pic>
      <p:pic>
        <p:nvPicPr>
          <p:cNvPr id="970794803" name="Kép 970794802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46779" y="5250884"/>
            <a:ext cx="6315108" cy="1525559"/>
          </a:xfrm>
          <a:prstGeom prst="rect">
            <a:avLst/>
          </a:prstGeom>
        </p:spPr>
      </p:pic>
      <p:pic>
        <p:nvPicPr>
          <p:cNvPr id="1550889509" name="Kép 1550889508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527813" y="1720744"/>
            <a:ext cx="5652996" cy="50556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fade/>
      </p:transition>
    </mc:Choice>
    <mc:Fallback xmlns="" xmlns:m="http://schemas.openxmlformats.org/officeDocument/2006/math" xmlns:w="http://schemas.openxmlformats.org/wordprocessingml/2006/main"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869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9869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589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785899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7546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77546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794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707948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0380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703806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0889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50889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8448318" name="Kép 141844831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999231" y="64008"/>
            <a:ext cx="6355080" cy="1764792"/>
          </a:xfrm>
          <a:prstGeom prst="rect">
            <a:avLst/>
          </a:prstGeom>
        </p:spPr>
      </p:pic>
      <p:pic>
        <p:nvPicPr>
          <p:cNvPr id="242959052" name="Kép 242959051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2315" y="5611090"/>
            <a:ext cx="4648199" cy="1200150"/>
          </a:xfrm>
          <a:prstGeom prst="rect">
            <a:avLst/>
          </a:prstGeom>
        </p:spPr>
      </p:pic>
      <p:pic>
        <p:nvPicPr>
          <p:cNvPr id="315856532" name="Kép 315856531"/>
          <p:cNvPicPr>
            <a:picLocks noChangeAspect="1"/>
          </p:cNvPicPr>
          <p:nvPr/>
        </p:nvPicPr>
        <p:blipFill rotWithShape="1">
          <a:blip r:embed="rId5"/>
          <a:srcRect r="5480"/>
          <a:stretch/>
        </p:blipFill>
        <p:spPr bwMode="auto">
          <a:xfrm>
            <a:off x="4547412" y="2038349"/>
            <a:ext cx="7540114" cy="4190999"/>
          </a:xfrm>
          <a:prstGeom prst="rect">
            <a:avLst/>
          </a:prstGeom>
        </p:spPr>
      </p:pic>
      <p:pic>
        <p:nvPicPr>
          <p:cNvPr id="931508223" name="Kép 931508222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67589" y="1962149"/>
            <a:ext cx="2581274" cy="419099"/>
          </a:xfrm>
          <a:prstGeom prst="rect">
            <a:avLst/>
          </a:prstGeom>
        </p:spPr>
      </p:pic>
      <p:pic>
        <p:nvPicPr>
          <p:cNvPr id="1531494431" name="Kép 1531494430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381877" y="2762249"/>
            <a:ext cx="4352924" cy="419099"/>
          </a:xfrm>
          <a:prstGeom prst="rect">
            <a:avLst/>
          </a:prstGeom>
        </p:spPr>
      </p:pic>
      <p:pic>
        <p:nvPicPr>
          <p:cNvPr id="1314209822" name="Kép 1314209821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367589" y="3562349"/>
            <a:ext cx="2190749" cy="4190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fade/>
      </p:transition>
    </mc:Choice>
    <mc:Fallback xmlns="" xmlns:m="http://schemas.openxmlformats.org/officeDocument/2006/math" xmlns:w="http://schemas.openxmlformats.org/wordprocessingml/2006/main"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8448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18448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508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31508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1494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31494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856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158565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209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14209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959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2959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0797029" name="Kép 2000797028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81877" y="1962149"/>
            <a:ext cx="2752724" cy="419099"/>
          </a:xfrm>
          <a:prstGeom prst="rect">
            <a:avLst/>
          </a:prstGeom>
        </p:spPr>
      </p:pic>
      <p:pic>
        <p:nvPicPr>
          <p:cNvPr id="435965714" name="Kép 435965713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474337" y="73152"/>
            <a:ext cx="5586983" cy="1764792"/>
          </a:xfrm>
          <a:prstGeom prst="rect">
            <a:avLst/>
          </a:prstGeom>
        </p:spPr>
      </p:pic>
      <p:pic>
        <p:nvPicPr>
          <p:cNvPr id="995386912" name="Kép 995386911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81877" y="2762249"/>
            <a:ext cx="3219449" cy="419099"/>
          </a:xfrm>
          <a:prstGeom prst="rect">
            <a:avLst/>
          </a:prstGeom>
        </p:spPr>
      </p:pic>
      <p:pic>
        <p:nvPicPr>
          <p:cNvPr id="385384373" name="Kép 385384372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81877" y="3562349"/>
            <a:ext cx="2038349" cy="419099"/>
          </a:xfrm>
          <a:prstGeom prst="rect">
            <a:avLst/>
          </a:prstGeom>
        </p:spPr>
      </p:pic>
      <p:pic>
        <p:nvPicPr>
          <p:cNvPr id="342672356" name="Kép 342672355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095999" y="1902618"/>
            <a:ext cx="5421943" cy="4157662"/>
          </a:xfrm>
          <a:prstGeom prst="rect">
            <a:avLst/>
          </a:prstGeom>
        </p:spPr>
      </p:pic>
      <p:pic>
        <p:nvPicPr>
          <p:cNvPr id="7" name="Kép 6" descr="A képen szöveg, képernyőkép, diagram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EF324249-27B1-B52A-8B5A-05283921D24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0226" y="3192468"/>
            <a:ext cx="4924353" cy="366553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fade/>
      </p:transition>
    </mc:Choice>
    <mc:Fallback xmlns="" xmlns:m="http://schemas.openxmlformats.org/officeDocument/2006/math" xmlns:w="http://schemas.openxmlformats.org/wordprocessingml/2006/main"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965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59657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0797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000797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672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42672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5386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953869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384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853843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42231891" name="Kép 1042231890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81877" y="3562349"/>
            <a:ext cx="3105149" cy="419099"/>
          </a:xfrm>
          <a:prstGeom prst="rect">
            <a:avLst/>
          </a:prstGeom>
        </p:spPr>
      </p:pic>
      <p:pic>
        <p:nvPicPr>
          <p:cNvPr id="594781104" name="Kép 594781103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81877" y="1962149"/>
            <a:ext cx="1571625" cy="419099"/>
          </a:xfrm>
          <a:prstGeom prst="rect">
            <a:avLst/>
          </a:prstGeom>
        </p:spPr>
      </p:pic>
      <p:pic>
        <p:nvPicPr>
          <p:cNvPr id="1076749577" name="Kép 1076749576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2330576" y="73151"/>
            <a:ext cx="8183879" cy="1764792"/>
          </a:xfrm>
          <a:prstGeom prst="rect">
            <a:avLst/>
          </a:prstGeom>
        </p:spPr>
      </p:pic>
      <p:pic>
        <p:nvPicPr>
          <p:cNvPr id="1389744412" name="Kép 1389744411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81877" y="2762249"/>
            <a:ext cx="2190749" cy="419099"/>
          </a:xfrm>
          <a:prstGeom prst="rect">
            <a:avLst/>
          </a:prstGeom>
        </p:spPr>
      </p:pic>
      <p:pic>
        <p:nvPicPr>
          <p:cNvPr id="317424924" name="Kép 317424923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53215" y="4778194"/>
            <a:ext cx="3762472" cy="1262747"/>
          </a:xfrm>
          <a:prstGeom prst="rect">
            <a:avLst/>
          </a:prstGeom>
        </p:spPr>
      </p:pic>
      <p:pic>
        <p:nvPicPr>
          <p:cNvPr id="847452718" name="Kép 847452717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8775127" y="4431196"/>
            <a:ext cx="3478658" cy="1956745"/>
          </a:xfrm>
          <a:prstGeom prst="rect">
            <a:avLst/>
          </a:prstGeom>
        </p:spPr>
      </p:pic>
      <p:pic>
        <p:nvPicPr>
          <p:cNvPr id="1614579584" name="Kép 1614579583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7188113" y="4416851"/>
            <a:ext cx="1985435" cy="1985435"/>
          </a:xfrm>
          <a:prstGeom prst="rect">
            <a:avLst/>
          </a:prstGeom>
        </p:spPr>
      </p:pic>
      <p:pic>
        <p:nvPicPr>
          <p:cNvPr id="2082760202" name="Kép 2082760201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9619297" y="2076640"/>
            <a:ext cx="1790318" cy="179031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fade/>
      </p:transition>
    </mc:Choice>
    <mc:Fallback xmlns="" xmlns:m="http://schemas.openxmlformats.org/officeDocument/2006/math" xmlns:w="http://schemas.openxmlformats.org/wordprocessingml/2006/main"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749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767495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78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94781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9744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89744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760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82760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231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422318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7452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74527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4579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145795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24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174249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0380514" name="Kép 148038051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508944" y="1864276"/>
            <a:ext cx="7174110" cy="2228849"/>
          </a:xfrm>
          <a:prstGeom prst="rect">
            <a:avLst/>
          </a:prstGeom>
        </p:spPr>
      </p:pic>
      <p:pic>
        <p:nvPicPr>
          <p:cNvPr id="1078674000" name="Kép 1078673999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685199" y="3847582"/>
            <a:ext cx="4821599" cy="4910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fade/>
      </p:transition>
    </mc:Choice>
    <mc:Fallback xmlns="" xmlns:m="http://schemas.openxmlformats.org/officeDocument/2006/math" xmlns:w="http://schemas.openxmlformats.org/wordprocessingml/2006/main"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0380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803805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8674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786740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5624400" name="Kép 52562439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638871" y="1828799"/>
            <a:ext cx="6914256" cy="1657350"/>
          </a:xfrm>
          <a:prstGeom prst="rect">
            <a:avLst/>
          </a:prstGeom>
        </p:spPr>
      </p:pic>
      <p:pic>
        <p:nvPicPr>
          <p:cNvPr id="329049231" name="Kép 329049230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820143" y="3333749"/>
            <a:ext cx="6551711" cy="16573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fade/>
      </p:transition>
    </mc:Choice>
    <mc:Fallback xmlns="" xmlns:m="http://schemas.openxmlformats.org/officeDocument/2006/math" xmlns:w="http://schemas.openxmlformats.org/wordprocessingml/2006/main"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624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25624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04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29049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</TotalTime>
  <Words>7</Words>
  <Application>Microsoft Office PowerPoint</Application>
  <PresentationFormat>Szélesvásznú</PresentationFormat>
  <Paragraphs>7</Paragraphs>
  <Slides>7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1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Dusza-megpróbáltuk</cp:lastModifiedBy>
  <cp:revision>8</cp:revision>
  <dcterms:modified xsi:type="dcterms:W3CDTF">2025-12-12T23:26:09Z</dcterms:modified>
</cp:coreProperties>
</file>